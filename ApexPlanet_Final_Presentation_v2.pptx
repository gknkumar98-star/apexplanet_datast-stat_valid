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02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shboard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3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Sales Performance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2461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Presentation — Dashboard Walkthrough &amp; Statistical Validation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Internship  ·  Task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7E9B7D-B71B-ABA3-FB61-285862888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0"/>
            <a:ext cx="12191999" cy="687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681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Dashboard: Who the Customers Really Are</a:t>
            </a:r>
            <a:endParaRPr lang="en-US" sz="2500" dirty="0"/>
          </a:p>
        </p:txBody>
      </p:sp>
      <p:pic>
        <p:nvPicPr>
          <p:cNvPr id="3" name="Image 0" descr="deck_segment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05840"/>
            <a:ext cx="5120640" cy="43434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371600"/>
          <a:ext cx="5212080" cy="14630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Revenue Share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High-Value / Big-Basket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 (27.9%)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53.9%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 Customers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 (5.5%)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Low-Value / One-Time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631 (66.6%)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34.5%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6263640" y="310896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1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customer-value split isn't visible anywhere in the Power BI dashboard
</a:t>
            </a:r>
            <a:r>
              <a:rPr lang="en-US" sz="13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it comes from clustering customers by spend, order frequency, and age. The headline: 28% of customers generate 54% of all revenue, despite ordering only once, on average.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Sales Analysis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That Difference Real?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striking split in a table isn't proof. Before recommending a retention strategy on it, we tested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H0 (null):  </a:t>
            </a:r>
            <a:r>
              <a:rPr lang="en-US" sz="15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difference in mean order value between High-Value/Big-Basket and Low-Value/One-Time customers.
</a:t>
            </a: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(alternative):  </a:t>
            </a:r>
            <a:r>
              <a:rPr lang="en-US" sz="15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High-Value/Big-Basket customers have a significantly higher mean order value.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used: Welch's independent two-sample t-test (Levene's test confirmed unequal variances between the groups, p = 1.01×10⁻¹⁷)</a:t>
            </a:r>
            <a:endParaRPr lang="en-US" sz="1300" dirty="0"/>
          </a:p>
        </p:txBody>
      </p:sp>
      <p:pic>
        <p:nvPicPr>
          <p:cNvPr id="7" name="Image 0" descr="hypothesis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4160520"/>
            <a:ext cx="8229600" cy="2331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Sales Analysis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Statistically Confirmed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" y="1207008"/>
            <a:ext cx="73152" cy="457200"/>
          </a:xfrm>
          <a:prstGeom prst="rect">
            <a:avLst/>
          </a:prstGeom>
          <a:solidFill>
            <a:srgbClr val="118DFF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1704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1417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2.64 × 10⁻¹²⁹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8144" y="1207008"/>
            <a:ext cx="73152" cy="457200"/>
          </a:xfrm>
          <a:prstGeom prst="rect">
            <a:avLst/>
          </a:prstGeom>
          <a:solidFill>
            <a:srgbClr val="D9B300"/>
          </a:solidFill>
          <a:ln/>
        </p:spPr>
      </p:sp>
      <p:sp>
        <p:nvSpPr>
          <p:cNvPr id="9" name="Text 7"/>
          <p:cNvSpPr/>
          <p:nvPr/>
        </p:nvSpPr>
        <p:spPr>
          <a:xfrm>
            <a:off x="3584448" y="11704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DIFFERENCE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84448" y="1417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₹2,08,715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81344" y="1207008"/>
            <a:ext cx="73152" cy="457200"/>
          </a:xfrm>
          <a:prstGeom prst="rect">
            <a:avLst/>
          </a:prstGeom>
          <a:solidFill>
            <a:srgbClr val="01B8AA"/>
          </a:solidFill>
          <a:ln/>
        </p:spPr>
      </p:sp>
      <p:sp>
        <p:nvSpPr>
          <p:cNvPr id="13" name="Text 11"/>
          <p:cNvSpPr/>
          <p:nvPr/>
        </p:nvSpPr>
        <p:spPr>
          <a:xfrm>
            <a:off x="6327648" y="11704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27648" y="1417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₹1,98,171 – ₹2,19,260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778240" y="105156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24544" y="1207008"/>
            <a:ext cx="73152" cy="45720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7" name="Text 15"/>
          <p:cNvSpPr/>
          <p:nvPr/>
        </p:nvSpPr>
        <p:spPr>
          <a:xfrm>
            <a:off x="9070848" y="11704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SIZE (COHEN'S 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70848" y="1417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3.43</a:t>
            </a:r>
            <a:endParaRPr lang="en-US" sz="1600" dirty="0"/>
          </a:p>
        </p:txBody>
      </p:sp>
      <p:pic>
        <p:nvPicPr>
          <p:cNvPr id="19" name="Image 0" descr="hypothesis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4600"/>
            <a:ext cx="5760720" cy="3749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858000" y="27432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1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H0.
</a:t>
            </a:r>
            <a:r>
              <a:rPr lang="en-US" sz="13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segments is far beyond chance — and a Cohen's d of 3.43 means the two groups barely overlap at all.
With a sample this large, even a trivial difference could look "significant" — the effect size is what confirms this is a real, large, actionable gap.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Sales Analysis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24365C"/>
          </a:solidFill>
          <a:ln w="12700">
            <a:solidFill>
              <a:srgbClr val="3A51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B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High-Value / Big-Basket one-time buyers into repeat customers. Each conversion is confirmed worth ~₹2,08,700 more per order than a typical one-time buyer — this is now a statistically justified investment, not a guess.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24365C"/>
          </a:solidFill>
          <a:ln w="12700">
            <a:solidFill>
              <a:srgbClr val="3A51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B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IT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52 existing Repeat Customers show this conversion already happens. Study what brought them back and turn it into a deliberate second-order incentive.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24365C"/>
          </a:solidFill>
          <a:ln w="12700">
            <a:solidFill>
              <a:srgbClr val="3A51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B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FOCUS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5074920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the retention push with Electronics — the dashboard confirms it already drives the most revenue of any category, and likely overlaps heavily with the High-Value segment.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Sales Analysis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full analysis code, and the hypothesis-testing notebook are available in the GitHub repository.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432</Words>
  <Application>Microsoft Office PowerPoint</Application>
  <PresentationFormat>Widescreen</PresentationFormat>
  <Paragraphs>50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gknkumar98@gmail.com</cp:lastModifiedBy>
  <cp:revision>2</cp:revision>
  <dcterms:created xsi:type="dcterms:W3CDTF">2026-09-22T06:47:11Z</dcterms:created>
  <dcterms:modified xsi:type="dcterms:W3CDTF">2026-09-22T06:59:50Z</dcterms:modified>
</cp:coreProperties>
</file>